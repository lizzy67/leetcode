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逻辑架构图（草稿 · 请审）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主路径=方案4；云空间=源文件仓；预览服务=可渲染 URL 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960120"/>
            <a:ext cx="11612880" cy="1417320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03327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4748B"/>
                </a:solidFill>
                <a:latin typeface="Calibri"/>
              </a:rPr>
              <a:t>① 端侧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371600"/>
            <a:ext cx="345643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563EB"/>
                </a:solidFill>
                <a:latin typeface="Calibri"/>
              </a:rPr>
              <a:t>对话 UI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触发任务 / 展示预览卡片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74903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371600"/>
            <a:ext cx="3547871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Calibri"/>
              </a:rPr>
              <a:t>WebView / iframe ★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直接打开 preview_url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会话内渲染 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371600"/>
            <a:ext cx="318211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45309"/>
                </a:solidFill>
                <a:latin typeface="Calibri"/>
              </a:rPr>
              <a:t>可选兜底 A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REST 下载 → srcdoc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预览服务不可用时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514600"/>
            <a:ext cx="11612880" cy="1554480"/>
          </a:xfrm>
          <a:prstGeom prst="roundRect">
            <a:avLst>
              <a:gd name="adj" fmla="val 3000"/>
            </a:avLst>
          </a:prstGeom>
          <a:solidFill>
            <a:srgbClr val="F0FDFA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877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4748B"/>
                </a:solidFill>
                <a:latin typeface="Calibri"/>
              </a:rPr>
              <a:t>② Agent 运行时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0360"/>
            <a:ext cx="26974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971800"/>
            <a:ext cx="2496312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Calibri"/>
              </a:rPr>
              <a:t>编排 / Session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对话上下文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工具调用编排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2880360"/>
            <a:ext cx="26974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01568" y="2971800"/>
            <a:ext cx="2496312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Calibri"/>
              </a:rPr>
              <a:t>LLM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生成图形化 HTML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报告文案与结构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880360"/>
            <a:ext cx="26974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2971800"/>
            <a:ext cx="2496312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Calibri"/>
              </a:rPr>
              <a:t>Skills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运动健康数据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其它业务取数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88036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2971800"/>
            <a:ext cx="2450592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Calibri"/>
              </a:rPr>
              <a:t>Tools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write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publish_preview 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206240"/>
            <a:ext cx="5623560" cy="2240280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4279392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4748B"/>
                </a:solidFill>
                <a:latin typeface="Calibri"/>
              </a:rPr>
              <a:t>③ 文件域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572000"/>
            <a:ext cx="260604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663440"/>
            <a:ext cx="2404872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Calibri"/>
              </a:rPr>
              <a:t>Workspace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本地/运行时工作区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artifacts/ 产物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572000"/>
            <a:ext cx="24688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0128" y="4663440"/>
            <a:ext cx="2267712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Calibri"/>
              </a:rPr>
              <a:t>华为云空间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源文件持久化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REST 元数据/下载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非必须当网站主机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4206240"/>
            <a:ext cx="5852160" cy="2240280"/>
          </a:xfrm>
          <a:prstGeom prst="roundRect">
            <a:avLst>
              <a:gd name="adj" fmla="val 3000"/>
            </a:avLst>
          </a:prstGeom>
          <a:solidFill>
            <a:srgbClr val="F0FDFA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4768" y="4279392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4748B"/>
                </a:solidFill>
                <a:latin typeface="Calibri"/>
              </a:rPr>
              <a:t>④ Web 渲染中台（方案4）★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7200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663440"/>
            <a:ext cx="5239512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Calibri"/>
              </a:rPr>
              <a:t>Preview Web Service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输入：HTML 或 file_id / 目录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输出：可访问 preview_url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职责：托管、MIME、CSP、TTL、多文件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运行视图（草稿 · 请审）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健康报告端到端时序（方案4主路径；⑤ 云空间同步为推荐保留）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60120"/>
            <a:ext cx="2148840" cy="41148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用户 / 端侧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1417320"/>
            <a:ext cx="32004" cy="50749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1760" y="960120"/>
            <a:ext cx="2148840" cy="41148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 运行时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3675888" y="1417320"/>
            <a:ext cx="32004" cy="50749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83480" y="960120"/>
            <a:ext cx="2148840" cy="41148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Skill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417320"/>
            <a:ext cx="32004" cy="50749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0" y="960120"/>
            <a:ext cx="2148840" cy="41148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华为云空间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39328" y="1417320"/>
            <a:ext cx="32004" cy="50749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46920" y="960120"/>
            <a:ext cx="2148840" cy="41148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预览 Web 服务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71048" y="1417320"/>
            <a:ext cx="32004" cy="50749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3192" y="155448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1. 请求健康报告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24912" y="205740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2. 编排任务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56632" y="256032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 取运动健康数据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24912" y="306324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4. LLM 生成 HTML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88352" y="356616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5. write 同步源文件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0072" y="406908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6. publish 页面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20072" y="457200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7. 签发 preview_url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24912" y="507492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8. 回传 URL 给端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" y="557784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9. WebView 打开链接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20072" y="6080760"/>
            <a:ext cx="201168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10. 返回 HTML 完成渲染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37960"/>
            <a:ext cx="11521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实心步骤=主路径　　灰色步骤=推荐保留的源文件同步　　箭头语义：从上到下为时间顺序，卡片所在列为执行方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