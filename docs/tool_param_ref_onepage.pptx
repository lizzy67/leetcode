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0578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E6F66"/>
                </a:solidFill>
                <a:latin typeface="Microsoft YaHei"/>
              </a:rPr>
              <a:t>A G E N T · T O O L   C A L L I N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150" b="1">
                <a:solidFill>
                  <a:srgbClr val="1C2925"/>
                </a:solidFill>
                <a:latin typeface="Microsoft YaHei"/>
              </a:rPr>
              <a:t>工具结果引用：让模型写「引用」，让 Runtime 填「真值」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1C2925"/>
                </a:solidFill>
                <a:latin typeface="Microsoft YaHei"/>
              </a:rPr>
              <a:t>上一个工具的结果不再回灌给模型抄写，而是由模型在下游参数里写一个引用；Runtime 在工具执行前从工作记忆取出真值、按需转换、校验合法，再去调用工具。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B544E"/>
                </a:solidFill>
                <a:latin typeface="Microsoft YaHei"/>
              </a:rPr>
              <a:t>真值全程不经模型之手，存量工具一行不改。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20320"/>
          </a:xfrm>
          <a:prstGeom prst="rect">
            <a:avLst/>
          </a:prstGeom>
          <a:solidFill>
            <a:srgbClr val="1C29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02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6F66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157734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C2925"/>
                </a:solidFill>
                <a:latin typeface="Microsoft YaHei"/>
              </a:rPr>
              <a:t>为什么要做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47088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1C2925"/>
                </a:solidFill>
                <a:latin typeface="Microsoft YaHei"/>
              </a:rPr>
              <a:t>下一个工具的参数常来自上一个工具的结果：文件 URI、对象 ID、大段文本、一整个列表。这些值现在要先整段塞回模型上下文，再由模型原样抄进下游参数——长 URI 抄着抄着就断了；结构不一致时还要模型改写大段 JSON。抄写和改写，两件事模型都做不稳，而且每一轮都在烧 Token。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C2925"/>
                </a:solidFill>
                <a:latin typeface="Microsoft YaHei"/>
              </a:rPr>
              <a:t>抄不准 </a:t>
            </a:r>
            <a:r>
              <a:rPr sz="950" b="0">
                <a:solidFill>
                  <a:srgbClr val="6B7A74"/>
                </a:solidFill>
                <a:latin typeface="Microsoft YaHei"/>
              </a:rPr>
              <a:t>长值复述易截断、改写、漏字符　　</a:t>
            </a:r>
            <a:r>
              <a:rPr sz="950" b="1">
                <a:solidFill>
                  <a:srgbClr val="1C2925"/>
                </a:solidFill>
                <a:latin typeface="Microsoft YaHei"/>
              </a:rPr>
              <a:t>太昂贵 </a:t>
            </a:r>
            <a:r>
              <a:rPr sz="950" b="0">
                <a:solidFill>
                  <a:srgbClr val="6B7A74"/>
                </a:solidFill>
                <a:latin typeface="Microsoft YaHei"/>
              </a:rPr>
              <a:t>大结果反复回灌，Token和时延一起涨　　</a:t>
            </a:r>
            <a:r>
              <a:rPr sz="950" b="1">
                <a:solidFill>
                  <a:srgbClr val="1C2925"/>
                </a:solidFill>
                <a:latin typeface="Microsoft YaHei"/>
              </a:rPr>
              <a:t>改不动 </a:t>
            </a:r>
            <a:r>
              <a:rPr sz="950" b="0">
                <a:solidFill>
                  <a:srgbClr val="6B7A74"/>
                </a:solidFill>
                <a:latin typeface="Microsoft YaHei"/>
              </a:rPr>
              <a:t>结构适配靠模型改JSON或逐个改工具，都不划算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6148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6F66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274777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C2925"/>
                </a:solidFill>
                <a:latin typeface="Microsoft YaHei"/>
              </a:rPr>
              <a:t>方案主链路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3087" y="2779776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9AA8A2"/>
                </a:solidFill>
                <a:latin typeface="Microsoft YaHei"/>
              </a:rPr>
              <a:t>Reference → Resolve → Invoke，全部发生在工具执行之前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工具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结果入库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返回结果默认写入工作记忆，得到短标识 resultId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0612" y="3383279"/>
            <a:ext cx="2011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6F66"/>
                </a:solidFill>
                <a:latin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16352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16352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07792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Runtime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送模呈现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指针字段直接换成引用给模型；要推理的内容照常给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0036" y="3383279"/>
            <a:ext cx="2011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6F66"/>
                </a:solidFill>
                <a:latin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5776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65776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57216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只写引用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57216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下游参数填 ${resultId.path}，不复述真值，所见即所填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9459" y="3383279"/>
            <a:ext cx="2011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6F66"/>
                </a:solidFill>
                <a:latin typeface="Microsoft YaHe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15200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Runtime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求值·转换·校验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查工作记忆回填真值，按策略适配结构，验完Schema与权限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8884" y="3383279"/>
            <a:ext cx="2011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6F66"/>
                </a:solidFill>
                <a:latin typeface="Microsoft YaHe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64624" y="3035808"/>
            <a:ext cx="2029968" cy="27940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4624" y="3063239"/>
            <a:ext cx="2029968" cy="93268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56063" y="3127248"/>
            <a:ext cx="184708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9AA8A2"/>
                </a:solidFill>
                <a:latin typeface="Microsoft YaHei"/>
              </a:rPr>
              <a:t>工具 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6063" y="3291839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真值执行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56063" y="3493008"/>
            <a:ext cx="1847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830" b="0">
                <a:solidFill>
                  <a:srgbClr val="6B7A74"/>
                </a:solidFill>
                <a:latin typeface="Microsoft YaHei"/>
              </a:rPr>
              <a:t>校验通过才调用；结果再入库，链路闭环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22452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6F66"/>
                </a:solidFill>
                <a:latin typeface="Microsoft YaHei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" y="421081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C2925"/>
                </a:solidFill>
                <a:latin typeface="Microsoft YaHei"/>
              </a:rPr>
              <a:t>三个关键问题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498848"/>
            <a:ext cx="34421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B544E"/>
                </a:solidFill>
                <a:latin typeface="Microsoft YaHei"/>
              </a:rPr>
              <a:t>引用怎么写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736592"/>
            <a:ext cx="344210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1C2925"/>
                </a:solidFill>
                <a:latin typeface="Microsoft YaHei"/>
              </a:rPr>
              <a:t>用 ${resultId.path} 指定「哪条结果的哪个字段」：resultId 是入库时分配的短标识，path 支持点号取嵌套字段，如 ${a1b2c3d4.data.fileUri}。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6B7A74"/>
                </a:solidFill>
                <a:latin typeface="Microsoft YaHei"/>
              </a:rPr>
              <a:t>模型不需要看值时，送模前就换成引用，照抄即可；需要看值时内容照常给，参数仍写引用——「看」与「传」分开。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73626" y="4526280"/>
            <a:ext cx="9525" cy="1170432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74794" y="4498848"/>
            <a:ext cx="34421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B544E"/>
                </a:solidFill>
                <a:latin typeface="Microsoft YaHei"/>
              </a:rPr>
              <a:t>真值从哪来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4794" y="4736592"/>
            <a:ext cx="344210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1C2925"/>
                </a:solidFill>
                <a:latin typeface="Microsoft YaHei"/>
              </a:rPr>
              <a:t>只从工作记忆取：先查全量结果集，未命中再查工具适配视图。resultId 由 Runtime 统一生成，对内保留与 toolCallId 的映射，可追踪、可对账。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6B7A74"/>
                </a:solidFill>
                <a:latin typeface="Microsoft YaHei"/>
              </a:rPr>
              <a:t>结构不一致时按参数策略转换：[563,728] 自动变成 [{"file_id":"563"},…]，模型和工具都不用动。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81492" y="4526280"/>
            <a:ext cx="9525" cy="1170432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82660" y="4498848"/>
            <a:ext cx="34421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B544E"/>
                </a:solidFill>
                <a:latin typeface="Microsoft YaHei"/>
              </a:rPr>
              <a:t>出错怎么办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2660" y="4736592"/>
            <a:ext cx="344210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1C2925"/>
                </a:solidFill>
                <a:latin typeface="Microsoft YaHei"/>
              </a:rPr>
              <a:t>引用非法、结果不存在、字段没有、转换失败，一律短路：${…} 原文绝不透传给工具，错误明确回给模型，引导改写后重试。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60" b="0">
                <a:solidFill>
                  <a:srgbClr val="6B7A74"/>
                </a:solidFill>
                <a:latin typeface="Microsoft YaHei"/>
              </a:rPr>
              <a:t>结果带会话作用域和有效期，过期或越权即拒绝；并行链路必须显式写 resultId，不允许含糊的「上一条」。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5870448"/>
            <a:ext cx="11057839" cy="9525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998464"/>
            <a:ext cx="25815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544E"/>
                </a:solidFill>
                <a:latin typeface="Microsoft YaHei"/>
              </a:rPr>
              <a:t>省 Token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217920"/>
            <a:ext cx="25815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B7A74"/>
                </a:solidFill>
                <a:latin typeface="Microsoft YaHei"/>
              </a:rPr>
              <a:t>大结果不再回灌复述，输入与时延同降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31387" y="5998464"/>
            <a:ext cx="25815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544E"/>
                </a:solidFill>
                <a:latin typeface="Microsoft YaHei"/>
              </a:rPr>
              <a:t>抄不错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31387" y="6217920"/>
            <a:ext cx="25815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B7A74"/>
                </a:solidFill>
                <a:latin typeface="Microsoft YaHei"/>
              </a:rPr>
              <a:t>真值不经模型之手，杜绝截断改写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5847" y="5998464"/>
            <a:ext cx="25815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544E"/>
                </a:solidFill>
                <a:latin typeface="Microsoft YaHei"/>
              </a:rPr>
              <a:t>结构解耦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5847" y="6217920"/>
            <a:ext cx="25815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B7A74"/>
                </a:solidFill>
                <a:latin typeface="Microsoft YaHei"/>
              </a:rPr>
              <a:t>上下游 Schema 差异由策略转换消化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0307" y="5998464"/>
            <a:ext cx="25815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544E"/>
                </a:solidFill>
                <a:latin typeface="Microsoft YaHei"/>
              </a:rPr>
              <a:t>零改动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0307" y="6217920"/>
            <a:ext cx="25815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6B7A74"/>
                </a:solidFill>
                <a:latin typeface="Microsoft YaHei"/>
              </a:rPr>
              <a:t>能力在框架层，存量工具无感接入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6473952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C2925"/>
                </a:solidFill>
                <a:latin typeface="Microsoft YaHei"/>
              </a:rPr>
              <a:t>模型决定「引用哪条结果的哪个字段」，Runtime 保证「真实、适配、合法」，然后才执行。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