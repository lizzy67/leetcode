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Agent 生成 HTML 并在端侧显示</a:t>
            </a:r>
          </a:p>
          <a:p>
            <a:pPr algn="l">
              <a:defRPr sz="2000">
                <a:solidFill>
                  <a:srgbClr val="FFFFFF"/>
                </a:solidFill>
              </a:defRPr>
            </a:pPr>
            <a:r>
              <a:t>竞品调研 + 两条实现路径 + 落地建议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我们在讨论什么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用户期望：让 Agent 生成可交互页面，并在对话/端内直接看见。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关键事实：HTML 不是工具写出来的，而是 LLM 文本生成能力。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平台需要：落盘、同步、渲染容器（iframe/WebView）。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本方案围绕 Web 控制台 + 华为云空间同步链路设计。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竞品怎么做：四类模式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1. Artifact 模式（Claude / OpenClaw）：单文件 HTML，侧栏 sandbox iframe 预览，可发布分享。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2. IDE 模式（Cursor）：HTML 当普通文件写入工作区，再启动本地服务或浏览器。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3. 全栈 App Builder（Manus / Lovable / Bolt）：生成工程 + 托管/WebContainer/真机预览。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4. 文档 Canvas（ChatGPT Canvas）：侧重协作编辑，不跑 HTML 预览。</a:t>
            </a:r>
          </a:p>
          <a:p>
            <a:pPr>
              <a:spcBef>
                <a:spcPts val="1200"/>
              </a:spcBef>
              <a:defRPr sz="1400">
                <a:solidFill>
                  <a:srgbClr val="646464"/>
                </a:solidFill>
              </a:defRPr>
            </a:pPr>
            <a:r>
              <a:t>我们优先对标 Artifact 模式：轻量、可预览、可分享。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竞品给我们的核心启示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生成靠 LLM，平台负责：落盘、同步、渲染、安全。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预览必须是沙箱化：独立源、iframe sandbox、CSP。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单文件小工具 → 直接预览；多文件工程 → 托管/静态发布。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外网/数据访问默认收紧：CDN 白名单或平台代理。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我们现状：链路已具备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Agent 内置 write 工具 → workspace 文件。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workspace 同步到华为云空间（KooDrive）。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端侧通过云空间 REST API 下载文件。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目前缺少：端侧 HTML 渲染容器 + 类型识别。</a:t>
            </a:r>
          </a:p>
          <a:p>
            <a:pPr>
              <a:spcBef>
                <a:spcPts val="1200"/>
              </a:spcBef>
              <a:defRPr sz="1400">
                <a:solidFill>
                  <a:srgbClr val="646464"/>
                </a:solidFill>
              </a:defRPr>
            </a:pPr>
            <a:r>
              <a:t>不需要再造存储/上传，重点在「下载后如何安全地画出来」。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方案 A：下载后完整渲染（推荐）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流程：Agent write → 同步云空间 → REST 下载 → 端侧 iframe 加载。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优点：实现稳、无半截标签、脚本只执行一次、可分享/刷新。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做法：下载 HTML 文本后，用 iframe srcdoc 或 WebView loadData。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要求：Content-Type 为 text/html，或端按 .html 扩展名识别。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方案 B：流式边传边渲染（二期优化）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流程：Agent 生成 token → 实时推送给端 → 端侧 buffer 累积 → 定时/完成后刷新 iframe。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优点：首屏更早出现，体验接近流式 Markdown。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挑战：未闭合标签会坏树、script 重复执行、闪烁。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建议：先「收齐再渲染」做稳，再尝试「增量更新 + 脚本完成后执行」。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方案 A 示例：Web 控制台 iframe 渲染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10881360" cy="4572000"/>
          </a:xfrm>
          <a:prstGeom prst="rect">
            <a:avLst/>
          </a:prstGeom>
          <a:solidFill>
            <a:srgbClr val="F5F7FA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async function previewHtml(fileId) {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const res = await fetch(`/koodrive/files/${fileId}/content`);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const html = await res.text();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const iframe = document.createElement('iframe');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iframe.sandbox = 'allow-scripts';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iframe.srcdoc = html;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iframe.style.width = '100%';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iframe.style.height = '400px';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document.querySelector('#preview-slot').appendChild(iframe);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// 触发：Agent write 成功后，向端发送 fileId + mime='text/html'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要点：allow-scripts 允许交互，但默认不要 allow-same-origin。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方案 B 示例：流式增量预览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80160"/>
            <a:ext cx="10881360" cy="4572000"/>
          </a:xfrm>
          <a:prstGeom prst="rect">
            <a:avLst/>
          </a:prstGeom>
          <a:solidFill>
            <a:srgbClr val="F5F7FA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let buffer = '';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const iframe = document.createElement('iframe');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iframe.sandbox = 'allow-scripts';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document.body.appendChild(iframe);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eventSource.onmessage = (e) =&gt; {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buffer += e.data;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// 先渲染结构（脚本可等 done 后）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if (buffer.endsWith('&lt;/body&gt;') || e.last) {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  iframe.srcdoc = buffer;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  }</a:t>
            </a:r>
          </a:p>
          <a:p>
            <a:pPr>
              <a:spcAft>
                <a:spcPts val="100"/>
              </a:spcAft>
              <a:defRPr sz="1300">
                <a:solidFill>
                  <a:srgbClr val="323232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要点：避免每 token 都刷新；建议按结构里程碑或完成后刷新。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推荐实现路径（分两步）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第一期：下载后完整渲染。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  1. 确认 write 同步 HTML 时 mime="text/html"&gt;。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  2. 端侧加 HTML 预览卡片（iframe/WebView）。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  3. 默认 sandbox="allow-scripts"，独立源。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第二期：流式增量渲染。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  1. 增加 token 级推送通道。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  2. 端侧 buffer 累积 + 安全刷新策略。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  3. 和方案 A 并存，最终仍以稳定版为准。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HTML 生成能力本质是 LLM 文本 + FS 落盘。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我们已有 write + 云空间同步，缺的只是端侧渲染。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先稳后快：先上「下载后完整渲染」，再试水「流式增量」。</a:t>
            </a:r>
          </a:p>
          <a:p>
            <a:pPr>
              <a:spcAft>
                <a:spcPts val="1000"/>
              </a:spcAft>
              <a:defRPr sz="1800">
                <a:solidFill>
                  <a:srgbClr val="282828"/>
                </a:solidFill>
              </a:defRPr>
            </a:pPr>
            <a:r>
              <a:t>安全默认：iframe/WebView sandbox、避免 allow-same-origin、收紧外链。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