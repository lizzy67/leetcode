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49240"/>
            <a:ext cx="12191695" cy="15087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789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libri"/>
              </a:rPr>
              <a:t>对话内 HTML 渲染方案</a:t>
            </a:r>
          </a:p>
          <a:p>
            <a:pPr>
              <a:spcBef>
                <a:spcPts val="1200"/>
              </a:spcBef>
            </a:pPr>
            <a:r>
              <a:rPr sz="1600" b="0">
                <a:solidFill>
                  <a:srgbClr val="94A3B8"/>
                </a:solidFill>
                <a:latin typeface="Calibri"/>
              </a:rPr>
              <a:t>从健康报告场景出发：Skill 取数 → 图形化 HTML → 端侧安全呈现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FFFFFF"/>
                </a:solidFill>
                <a:latin typeface="Calibri"/>
              </a:rPr>
              <a:t>问题定义  ·  能力路径  ·  竞品对比  ·  Gap  ·  三方案  ·  示例  ·  建议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01  问题定义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需要在端侧对话中直接渲染并展示模型生成的 HTML 内容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88720"/>
            <a:ext cx="6858000" cy="3200400"/>
          </a:xfrm>
          <a:prstGeom prst="roundRect">
            <a:avLst>
              <a:gd name="adj" fmla="val 6000"/>
            </a:avLst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1298448"/>
            <a:ext cx="660196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典型场景：个人健康分析报告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用户：「帮我生成最近的个人健康分析报告」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1. Agent 调用「运动健康数据」Skill 拉取指标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2. 模型结合数据，用图表/卡片等图形化方式生成 HTML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3. 在对话中直接展示可交互报告（而不是源码或附件）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成功标准：会话内可见、可交互；无需下载后另开应用。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2360" y="1188720"/>
            <a:ext cx="4297680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98664" y="1298448"/>
            <a:ext cx="4041648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本质诉求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不是「模型会不会写 HTML」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而是「对话产品能否：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  取数 → 可视化生成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  → 端内安全渲染」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断点往往在最后一跳：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渲染容器 + 类型识别 + 沙箱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4572000"/>
            <a:ext cx="113385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784" y="4681728"/>
            <a:ext cx="11082528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本次要回答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能力链上哪些已有、哪些缺口？竞品怎么做？我们与目标差在哪？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下载后渲染 / 流式实时渲染 / 混合方案怎么选？如何落地与验收？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02  实现能力路径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生成 → 落盘 → 同步 → 渲染 → 安全 → 分享（标出已有 / 缺口）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" y="1463040"/>
            <a:ext cx="502920" cy="50292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生成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LLM + Skill 取数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产出可视化 HTML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047857"/>
                </a:solidFill>
                <a:latin typeface="Calibri"/>
              </a:rPr>
              <a:t>已有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31720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71800" y="1463040"/>
            <a:ext cx="502920" cy="50292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71800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1448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落盘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write 写入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workspace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047857"/>
                </a:solidFill>
                <a:latin typeface="Calibri"/>
              </a:rPr>
              <a:t>已有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37760" y="1463040"/>
            <a:ext cx="502920" cy="502920"/>
          </a:xfrm>
          <a:prstGeom prst="ellipse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同步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workspace →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华为云空间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047857"/>
                </a:solidFill>
                <a:latin typeface="Calibri"/>
              </a:rPr>
              <a:t>已有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39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03719" y="146304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03719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7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渲染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iframe / WebView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会话内展示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B45309"/>
                </a:solidFill>
                <a:latin typeface="Calibri"/>
              </a:rPr>
              <a:t>缺口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BEB"/>
          </a:solidFill>
          <a:ln>
            <a:solidFill>
              <a:srgbClr val="B4530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869680" y="146304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69680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安全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sandbox / CSP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不可信隔离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B45309"/>
                </a:solidFill>
                <a:latin typeface="Calibri"/>
              </a:rPr>
              <a:t>缺口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95560" y="1280160"/>
            <a:ext cx="1828800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835640" y="1463040"/>
            <a:ext cx="502920" cy="502920"/>
          </a:xfrm>
          <a:prstGeom prst="ellipse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835640" y="153619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05288" y="2148840"/>
            <a:ext cx="1600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F172A"/>
                </a:solidFill>
                <a:latin typeface="Calibri"/>
              </a:rPr>
              <a:t>分享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链接 / 回放</a:t>
            </a:r>
          </a:p>
          <a:p>
            <a:pPr algn="ctr">
              <a:spcBef>
                <a:spcPts val="4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转发</a:t>
            </a:r>
          </a:p>
          <a:p>
            <a:pPr algn="ctr">
              <a:spcBef>
                <a:spcPts val="1400"/>
              </a:spcBef>
            </a:pPr>
            <a:r>
              <a:rPr sz="1300" b="1">
                <a:solidFill>
                  <a:srgbClr val="64748B"/>
                </a:solidFill>
                <a:latin typeface="Calibri"/>
              </a:rPr>
              <a:t>可选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521208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334155"/>
                </a:solidFill>
                <a:latin typeface="Calibri"/>
              </a:rPr>
              <a:t>结论：生成 / 落盘 / 同步已通；产品断点在「渲染 + 安全」。分享与流式体验是增强项，不阻塞第一期闭环。</a:t>
            </a:r>
          </a:p>
          <a:p>
            <a:pPr>
              <a:spcBef>
                <a:spcPts val="800"/>
              </a:spcBef>
            </a:pPr>
            <a:r>
              <a:rPr sz="1200" b="0">
                <a:solidFill>
                  <a:srgbClr val="64748B"/>
                </a:solidFill>
                <a:latin typeface="Calibri"/>
              </a:rPr>
              <a:t>健康报告场景映射：Skill 取数 ⊂ 生成层；图形化 HTML ⊂ 生成层；对话内看见 ⊂ 渲染层；防脚本越权 ⊂ 安全层。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03  竞品对比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多维度看「对话内可视化 / HTML 呈现」——对标 Artifact/Widget，而非一上来做全栈 Builder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14300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737360"/>
                <a:gridCol w="1691640"/>
                <a:gridCol w="1737360"/>
                <a:gridCol w="1737360"/>
                <a:gridCol w="1737360"/>
                <a:gridCol w="1737360"/>
              </a:tblGrid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维度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OpenClaw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Cursor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Claude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Gemini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ChatGPT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Manus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对话内
实时预览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强
show_widget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弱*
偏 IDE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强
Artifacts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中～强
Canvas 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中
Canvas/
部分预览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强
托管预览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呈现形态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Widget/
Canvas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工作区
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侧栏
Artifact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
工作区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 +
代码解释器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站点/
App 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数据/工具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Skill/
工具调用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FS/终端
浏览器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工具 +
MCP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工具 +
Workspace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GPTs/
ADA 取数画图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Agent
全流程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安全隔离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双层 iframe
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工作区
隔离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独立域
严 CSP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平台沙箱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平台沙箱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托管隔离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分享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pin/
渠道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Git/PR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Publish
链接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分享/
导出 Docs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分享链接
(偏账号)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一键
publish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8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对我们
启示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widget
语义+沙箱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复用 write
不强造工具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单文件
预览体验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Canvas+
预览可参考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取数可视化
可参考 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后期分享
可参考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26364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64748B"/>
                </a:solidFill>
                <a:latin typeface="Calibri"/>
              </a:rPr>
              <a:t>* Cursor：强在仓库内工程能力，对话内「小工具预览」不是主路径。综合对标优先级：Claude Artifacts / OpenClaw Widget → 其次 Gemini/ChatGPT Canvas → 分享演进参考 Manus。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04  现状与目标架构 Gap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复用 write + 云空间；补齐「可预览」闭环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143000"/>
            <a:ext cx="5669280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252728"/>
            <a:ext cx="541324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现状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Skill 取数 → 模型生成 HTML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→ write 落盘 → 同步华为云空间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→ 端 REST 可下载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已具备：生成 / 落盘 / 同步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用户感知：多为附件或源码，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「报告」没有在对话里长出来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143000"/>
            <a:ext cx="5577840" cy="3108960"/>
          </a:xfrm>
          <a:prstGeom prst="roundRect">
            <a:avLst>
              <a:gd name="adj" fmla="val 6000"/>
            </a:avLst>
          </a:prstGeom>
          <a:solidFill>
            <a:srgbClr val="F0FDFA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64224" y="1252728"/>
            <a:ext cx="5321808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目标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…… → 识别为 HTML 预览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→ sandbox iframe/WebView 渲染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→ 会话内可见可交互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→（可选）分享 / 回放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健康报告验收：打开会话即可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查看图表化报告并交互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4434840"/>
            <a:ext cx="114300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4544568"/>
            <a:ext cx="11173968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Gap 清单（按优先级）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P0  端侧无 HTML 预览容器（Web：iframe / 原生：WebView）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P0  缺 preview 元数据约定（mime=text/html、preview.kind、sync_status、file_id）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P0  缺安全默认（sandbox=allow-scripts，默认不加 allow-same-origin）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P1  同步就绪信号（避免未 sync 完就拉 404）与刷新/降级策略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P2  流式通道、混合预览、对外分享（签名 URL / TTL）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05  实现方案对比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三种路径：完整下载渲染 / 流式实时渲染 / 混合（流式粗预览 + 落盘定稿）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097280"/>
          <a:ext cx="11612880" cy="5394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3474720"/>
                <a:gridCol w="3474720"/>
                <a:gridCol w="3474720"/>
              </a:tblGrid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方案 A
下载后推送到端渲染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方案 B
模型输出流式到端实时渲染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方案 C（混合）
流式粗预览 + 完成后落盘定稿</a:t>
                      </a:r>
                    </a:p>
                  </a:txBody>
                  <a:tcPr>
                    <a:solidFill>
                      <a:srgbClr val="0F766E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流程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write→同步云空间
→REST 下载全文
→一次加载预览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token/delta 推送
→端 buffer
→边收边刷新 iframe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流式先出粗画面
→同时/完成后 write 同步
→最终以完整版替换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优势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稳、标签完整
脚本只跑一次
易刷新/回放/多端
贴合现有云空间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首屏快
体感像流式 MD
等待焦虑低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体验接近 B
正确性兜底靠 A
适合报告类长 HTML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劣势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需等生成+同步
才出首屏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未闭合标签易花屏
脚本易重复执行
要单独推送通道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实现与状态机更复杂
需明确「粗预览/定稿」切换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依赖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write+云空间
+端预览容器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流式协议
+端节流策略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A+B 能力叠加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9916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建议</a:t>
                      </a:r>
                    </a:p>
                  </a:txBody>
                  <a:tcPr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47857"/>
                          </a:solidFill>
                          <a:latin typeface="Calibri"/>
                        </a:rPr>
                        <a:t>一期默认 ★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334155"/>
                          </a:solidFill>
                          <a:latin typeface="Calibri"/>
                        </a:rPr>
                        <a:t>二期体验增强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47857"/>
                          </a:solidFill>
                          <a:latin typeface="Calibri"/>
                        </a:rPr>
                        <a:t>报告场景推荐演进 ★</a:t>
                      </a:r>
                    </a:p>
                  </a:txBody>
                  <a:tcPr>
                    <a:solidFill>
                      <a:srgbClr val="FFFBE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06  实现示例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契约 + 健康报告最小闭环（以方案 A 为主，C 为增强）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064" y="1207008"/>
            <a:ext cx="5413248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1）工具返回约定（write/同步后）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path / cloud_file_id / mime=text/html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sync_status=synced|syncing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preview: { kind: "html", entry: true }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/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端据此展示「预览卡片」而非纯附件行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0972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188720"/>
            <a:ext cx="53035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Consolas"/>
              </a:rPr>
              <a:t>// 方案 A：下载后一次渲染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const html = await downloadText(fileId);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iframe.sandbox = 'allow-scripts';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iframe.srcdoc = html;  // 默不加 same-origin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566160"/>
            <a:ext cx="56692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2064" y="3675888"/>
            <a:ext cx="5413248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D9488"/>
                </a:solidFill>
                <a:latin typeface="Calibri"/>
              </a:rPr>
              <a:t>2）健康报告场景串接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① Skill 获取运动健康数据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② 模型生成含图表的单文件 HTML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   （CSS/JS 尽量内联，降低多文件依赖）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③ write → 云空间同步就绪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④ 端 REST 下载 → sandbox 预览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334155"/>
                </a:solidFill>
                <a:latin typeface="Calibri"/>
              </a:rPr>
              <a:t>⑤ 用户在会话内查看/交互报告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566160"/>
            <a:ext cx="5577840" cy="29260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365760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E2E8F0"/>
                </a:solidFill>
                <a:latin typeface="Consolas"/>
              </a:rPr>
              <a:t>// 方案 C：流式粗预览 + 定稿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onDelta(t =&gt; { buf += t; schedulePaint(buf); })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onDone(async () =&gt; {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  await writeAndSync(finalHtml);   // 落盘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  iframe.srcdoc = await downloadText(id);</a:t>
            </a:r>
          </a:p>
          <a:p>
            <a:r>
              <a:rPr sz="1100" b="0">
                <a:solidFill>
                  <a:srgbClr val="E2E8F0"/>
                </a:solidFill>
                <a:latin typeface="Consolas"/>
              </a:rPr>
              <a:t>})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0"/>
            <a:ext cx="12191695" cy="4572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Calibri"/>
              </a:rPr>
              <a:t>07  结论与建议</a:t>
            </a:r>
          </a:p>
          <a:p>
            <a:r>
              <a:rPr sz="1100" b="0">
                <a:solidFill>
                  <a:srgbClr val="94A3B8"/>
                </a:solidFill>
                <a:latin typeface="Calibri"/>
              </a:rPr>
              <a:t>用最少改动打通「对话里看得见的健康报告」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1106424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问题本质  </a:t>
            </a:r>
            <a:r>
              <a:rPr sz="1500" b="0">
                <a:solidFill>
                  <a:srgbClr val="334155"/>
                </a:solidFill>
                <a:latin typeface="Calibri"/>
              </a:rPr>
              <a:t>对话内安全渲染可视化 HTML（Skill 取数 + 图形化生成 + 端呈现），不是再造存储。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能力优先级  </a:t>
            </a:r>
            <a:r>
              <a:rPr sz="1500" b="0">
                <a:solidFill>
                  <a:srgbClr val="334155"/>
                </a:solidFill>
                <a:latin typeface="Calibri"/>
              </a:rPr>
              <a:t>先补渲染 + 安全；分享与流式后置。生成/落盘/同步已具备。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竞品对标  </a:t>
            </a:r>
            <a:r>
              <a:rPr sz="1500" b="0">
                <a:solidFill>
                  <a:srgbClr val="334155"/>
                </a:solidFill>
                <a:latin typeface="Calibri"/>
              </a:rPr>
              <a:t>Claude Artifacts / OpenClaw Widget；Canvas 类作参考；分享演进看 Manus。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方案选择  </a:t>
            </a:r>
            <a:r>
              <a:rPr sz="1500" b="0">
                <a:solidFill>
                  <a:srgbClr val="334155"/>
                </a:solidFill>
                <a:latin typeface="Calibri"/>
              </a:rPr>
              <a:t>一期默认方案 A；报告等待较长时演进方案 C；纯方案 B 不作唯一路径。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安全底线  </a:t>
            </a:r>
            <a:r>
              <a:rPr sz="1500" b="0">
                <a:solidFill>
                  <a:srgbClr val="334155"/>
                </a:solidFill>
                <a:latin typeface="Calibri"/>
              </a:rPr>
              <a:t>模型 HTML=不可信；allow-scripts；慎开 allow-same-origin；预览与主站隔离。</a:t>
            </a:r>
          </a:p>
          <a:p>
            <a:pPr>
              <a:spcAft>
                <a:spcPts val="1200"/>
              </a:spcAft>
            </a:pPr>
            <a:r>
              <a:rPr sz="1500" b="1">
                <a:solidFill>
                  <a:srgbClr val="0D9488"/>
                </a:solidFill>
                <a:latin typeface="Calibri"/>
              </a:rPr>
              <a:t>下一步  </a:t>
            </a:r>
            <a:r>
              <a:rPr sz="1500" b="0">
                <a:solidFill>
                  <a:srgbClr val="334155"/>
                </a:solidFill>
                <a:latin typeface="Calibri"/>
              </a:rPr>
              <a:t>元数据约定 + 端预览卡片 + sandbox；用「健康分析报告」做验收场景。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