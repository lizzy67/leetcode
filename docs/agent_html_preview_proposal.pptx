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Agent 对话内 HTML 生成与端侧呈现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94A3B8"/>
                </a:solidFill>
                <a:latin typeface="Calibri"/>
              </a:rPr>
              <a:t>从能力拆解到竞品范式，再到可落地的双路径方案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技术分享  ·  系统方案  ·  实现路径建议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01  先把问题说完整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不是「会不会写 HTML」，而是「对话产品里如何安全地生成、分发、呈现可执行内容」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389888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用户真正要的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在对话里看到可点可交互的页面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而不是一段只能复制的源码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可刷新、可回看、最好可分享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体验对标：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Claude Artifacts / OpenClaw Widget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389888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容易误判的点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× 需要一个 generate_html 神器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× 云空间「不支持」= 存不了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× 有 write 就等于能预览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× 流式下发 = 必须上存储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√ 生成是模型能力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√ 呈现是端能力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√ 同步是基础设施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801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89888"/>
            <a:ext cx="3291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本次要讲清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① 能力分层：生成→落盘→同步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   →识别→渲染→安全→分享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② 竞品四类范式与可抄点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③ 我们已有链路与缺口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④ 双路径：完整下载 vs 流式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⑤ 安全边界与落地节奏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02  能力分层：支持 HTML 到底需要什么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把「能生成网页」拆成 7 层，缺哪层体验就断在哪层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1. 生成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LLM 产出 HTML/CSS/JS 文本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0D9488"/>
                </a:solidFill>
                <a:latin typeface="Calibri"/>
              </a:rPr>
              <a:t>已有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5688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67128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2. 落盘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write / edit 写入 workspace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0D9488"/>
                </a:solidFill>
                <a:latin typeface="Calibri"/>
              </a:rPr>
              <a:t>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9896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1336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3. 同步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workspace → 华为云空间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0D9488"/>
                </a:solidFill>
                <a:latin typeface="Calibri"/>
              </a:rPr>
              <a:t>已有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04104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4. 识别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MIME / 扩展名 / preview hint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64748B"/>
                </a:solidFill>
                <a:latin typeface="Calibri"/>
              </a:rPr>
              <a:t>待补齐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68312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9752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5. 渲染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iframe（Web）/ WebView（原生）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B45309"/>
                </a:solidFill>
                <a:latin typeface="Calibri"/>
              </a:rPr>
              <a:t>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6. 安全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sandbox / CSP / 独立源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B45309"/>
                </a:solidFill>
                <a:latin typeface="Calibri"/>
              </a:rPr>
              <a:t>缺口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417320"/>
            <a:ext cx="155448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1600200"/>
            <a:ext cx="1371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Calibri"/>
              </a:rPr>
              <a:t>7. 分享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稳定 URL / TTL / 历史回放</a:t>
            </a:r>
          </a:p>
          <a:p>
            <a:pPr>
              <a:spcBef>
                <a:spcPts val="1600"/>
              </a:spcBef>
            </a:pPr>
            <a:r>
              <a:rPr sz="1200" b="1">
                <a:solidFill>
                  <a:srgbClr val="64748B"/>
                </a:solidFill>
                <a:latin typeface="Calibri"/>
              </a:rPr>
              <a:t>可选增强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864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  <a:latin typeface="Calibri"/>
              </a:rPr>
              <a:t>结论：我们不是从 0 做「生成 HTML」——生成/落盘/同步已通；产品断点在「识别 + 端侧安全渲染」。分享与流式是体验增强，不是第一期阻塞项。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03  竞品范式：行业怎么解决同一问题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四种产品形态，对应四种「呈现」策略——抄对范式比抄功能名更重要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4416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A. Artifact / Widget（Claude · OpenClaw）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单文件自包含页面 → 会话侧栏 sandbox 预览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独立源 + 严 CSP；可 Publish / pin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适合：计算器、图表、小工具、演示页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可抄：show_widget 语义 + 沙箱 iframe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34416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B. IDE Agent（Cursor · Claude Code）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HTML 即普通文件；FS + 终端 + 浏览器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交付物是仓库/PR，不是聊天小部件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适合：进真实代码库改前端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可抄：复用 write，不强造 generate_html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8862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399592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C. App Builder（Manus · Lovable · Bolt · v0）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生成工程 + 托管预览 / WebContainer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发布是一等能力（URL、visibility、版本）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适合：Prompt → 可分享站点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可抄：后期的 publish / TTL 预览域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862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99592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D. Doc Canvas（ChatGPT Canvas）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侧栏协作改文档/代码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不是 HTML runtime，不对齐本需求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启示：别把「编辑面」当成「渲染面」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我们应对标 A，必要时向 C 演进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04  我们的现状与目标架构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复用 write + 云空间；补齐「可预览」闭环，而不是新建一套存储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57784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44168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现状链路（已通）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Agent → write(path, content)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→ workspace 落盘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→ 同步华为云空间（KooDrive）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→ 端 REST 按 file_id 下载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断点：下载后当附件/源码，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没有「这是网页，请画出来」的产品路径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57784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344168"/>
            <a:ext cx="53035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目标闭环（要补）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write 返回：file_id + mime + sync_status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运行时标记：previewable=html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端：REST 取文本 → iframe/WebView 渲染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安全：sandbox=allow-scripts（默不加 same-origin）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可选：show_widget 薄封装（语义化触发预览）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可选：流式粗预览；最终仍以完整版为准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8056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端到端目标流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用户要交互页 → 模型生成 HTML → write 到 artifacts/*.html → 云空间同步就绪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→ 工具结果带 file_id/mime → 端下载 → sandbox iframe/WebView 呈现 → 用户可交互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→（可选）再次 write 覆盖 → 端刷新预览；（可选）对外分享仍用云空间 URL/签名链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05  两条渲染路径：完整下载 vs 流式增量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都要有渲染引擎；差别只在「何时把 HTML 喂给引擎」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44168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路径 A · 下载后完整渲染（推荐默认）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时机：sync 完成 → REST 拉全文 → 一次加载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优点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标签完整，不易花屏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脚本只执行一次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天然可刷新 / 多端 / 回放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与现有云空间模型零阻抗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代价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需等生成+同步结束才出画面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适用：几乎所有一期场景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344168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路径 B · 流式边传边渲染（体验增强）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时机：token/delta 推送 → buffer → 节流刷新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优点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首屏更早，体感像流式 Markdown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挑战（比 Markdown 更挑）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未闭合标签破坏 DOM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srcdoc 重设导致脚本重复跑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需要独立推送通道与状态机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建议策略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结构可增量；脚本等 done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最终仍 upload/write 定稿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06  关键概念与安全默认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MIME 决定「当什么打开」；iframe/WebView 决定「在哪画」；sandbox 决定「能闯多大祸」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44168"/>
            <a:ext cx="3429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MIME（Content-Type）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给字节贴类型标签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text/html → 当网页渲染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text/plain → 当纯文本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octet-stream → 常当附件下载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实践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write/同步带 mime=text/html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REST 尽量返回正确类型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若云侧一律 octet-stream：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  端按 .html 自行当 HTML 处理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23444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344168"/>
            <a:ext cx="3429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iframe / WebView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同一类能力，不同载体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Web 控制台 → iframe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（页中嵌小网页）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原生 App → WebView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（App 内迷你浏览器）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喂法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srcdoc / loadData（下载文本）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· src / loadUrl（可打开的 URL）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没有它们：只能下载或看源码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23444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344168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D9488"/>
                </a:solidFill>
                <a:latin typeface="Calibri"/>
              </a:rPr>
              <a:t>安全默认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HTML 来自模型 = 不可信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sandbox=allow-scripts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默认不加 allow-same-origin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限制随意外链 / 白名单 CDN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预览域与主站 cookie 隔离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体积上限，敏感场景短 TTL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需要时用 postMessage 桥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334155"/>
                </a:solidFill>
                <a:latin typeface="Calibri"/>
              </a:rPr>
              <a:t>而不是放开同源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07  建议契约与实现示例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工具层给足元数据；端侧只做「识别 → 下载 → 沙箱渲染」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write / 同步完成后的建议返回（示意）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554480"/>
            <a:ext cx="5577840" cy="21488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91640"/>
            <a:ext cx="5257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  "path": "artifacts/demo/index.html",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  "cloud_file_id": "f_xxx",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  "mime": "text/html",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  "sync_status": "synced",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  "preview": { "kind": "html", "entry": true }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54480"/>
            <a:ext cx="5577840" cy="21488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691640"/>
            <a:ext cx="5257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// 路径 A：下载后一次渲染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const html = await downloadText(fileId);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iframe.sandbox = "allow-scripts";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iframe.srcdoc = html;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// 路径 B：流式 buffer（节流）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onDelta(t =&gt; { buf += t; schedulePaint(); })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Consolas"/>
              </a:rPr>
              <a:t>onDone(() =&gt; { iframe.srcdoc = buf; 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端侧最小产品行为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1. 识别 preview.kind===html 或 path 以 .html/.htm 结尾 → 展示「预览卡片」，而不是纯附件行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2. sync_status!==synced 时显示加载态；就绪后再 REST 拉正文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3. Web 用 sandbox iframe；原生用 WebView loadData/loadUrl；失败则降级「下载 / 外开浏览器」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334155"/>
                </a:solidFill>
                <a:latin typeface="Calibri"/>
              </a:rPr>
              <a:t>4.（可选）show_widget({html|html_path|file_id})：对模型暴露「请展示」语义，内部仍走 write+同步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08  落地路径与优先级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先闭环可见，再优化体感，最后做分享与多文件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27432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743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Phase 0  对齐与验通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48840"/>
            <a:ext cx="2423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确认 write 已可写 .html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手工同步/下载一轮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确认 MIME 或扩展名策略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25880"/>
            <a:ext cx="27432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74320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Phase 1  完整下载渲染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148840"/>
            <a:ext cx="2423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工具返回 mime/file_id/hint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端预览卡片 + iframe/WebView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sandbox 默认策略上线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25880"/>
            <a:ext cx="27432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325880"/>
            <a:ext cx="2743200" cy="6400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Phase 2  体验与稳定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148840"/>
            <a:ext cx="2423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同步就绪推送/轮询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刷新预览、错误降级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单文件内联 CSS/JS 约定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325880"/>
            <a:ext cx="27432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325880"/>
            <a:ext cx="2743200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Phase 3  流式 + 分享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2148840"/>
            <a:ext cx="2423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delta 通道与节流渲染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脚本延后执行策略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4155"/>
                </a:solidFill>
                <a:latin typeface="Calibri"/>
              </a:rPr>
              <a:t>• 签名 URL / TTL 分享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09  结论与建议</a:t>
            </a:r>
          </a:p>
          <a:p>
            <a:r>
              <a:rPr sz="1200" b="0">
                <a:solidFill>
                  <a:srgbClr val="94A3B8"/>
                </a:solidFill>
                <a:latin typeface="Calibri"/>
              </a:rPr>
              <a:t>用最少改动打通「对话里看得见的网页」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定位  </a:t>
            </a:r>
            <a:r>
              <a:rPr sz="1600" b="0">
                <a:solidFill>
                  <a:srgbClr val="334155"/>
                </a:solidFill>
                <a:latin typeface="Calibri"/>
              </a:rPr>
              <a:t>对标 Artifact/Widget，而不是一上来做全栈 App Builder。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真相  </a:t>
            </a:r>
            <a:r>
              <a:rPr sz="1600" b="0">
                <a:solidFill>
                  <a:srgbClr val="334155"/>
                </a:solidFill>
                <a:latin typeface="Calibri"/>
              </a:rPr>
              <a:t>生成靠模型；write+云空间已解决分发；缺口在端侧安全渲染。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默认方案  </a:t>
            </a:r>
            <a:r>
              <a:rPr sz="1600" b="0">
                <a:solidFill>
                  <a:srgbClr val="334155"/>
                </a:solidFill>
                <a:latin typeface="Calibri"/>
              </a:rPr>
              <a:t>路径 A：同步完成后下载全文，sandbox iframe/WebView 一次渲染。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增强方案  </a:t>
            </a:r>
            <a:r>
              <a:rPr sz="1600" b="0">
                <a:solidFill>
                  <a:srgbClr val="334155"/>
                </a:solidFill>
                <a:latin typeface="Calibri"/>
              </a:rPr>
              <a:t>路径 B：流式粗预览提升体感，定稿仍落盘；勿替代 A。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安全底线  </a:t>
            </a:r>
            <a:r>
              <a:rPr sz="1600" b="0">
                <a:solidFill>
                  <a:srgbClr val="334155"/>
                </a:solidFill>
                <a:latin typeface="Calibri"/>
              </a:rPr>
              <a:t>模型 HTML 当不可信内容；allow-scripts，慎开 allow-same-origin。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Calibri"/>
              </a:rPr>
              <a:t>下一步  </a:t>
            </a:r>
            <a:r>
              <a:rPr sz="1600" b="0">
                <a:solidFill>
                  <a:srgbClr val="334155"/>
                </a:solidFill>
                <a:latin typeface="Calibri"/>
              </a:rPr>
              <a:t>Phase 0 验通 → Phase 1 预览卡片上线 → 再评估是否做流式。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