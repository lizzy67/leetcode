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5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小艺应用分身平台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CC"/>
                </a:solidFill>
                <a:latin typeface="Microsoft YaHei"/>
                <a:ea typeface="Microsoft YaHei"/>
              </a:rPr>
              <a:t>App Avatar · Skill Tag Channel · 隔离接入 · 记忆与习惯数据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C86"/>
                </a:solidFill>
                <a:latin typeface="Microsoft YaHei"/>
                <a:ea typeface="Microsoft YaHei"/>
              </a:rPr>
              <a:t>图库分身 · 浏览器分身 · 备忘录分身 · 地图分身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A"/>
                </a:solidFill>
                <a:latin typeface="Microsoft YaHei"/>
                <a:ea typeface="Microsoft YaHei"/>
              </a:rPr>
              <a:t>配置一体化 · 能力平台化 · 服务/设备隔离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01  分身是什么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每个应用分身 = 独立会话运行时 + 一套可配置资产包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1280160" cy="256032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分身身份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system prompt  ·  人设与边界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67712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soul.md  ·  价值观 / 语气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98063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agent.md  ·  目标与策略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28415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userProfile.md  ·  用户画像视图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58768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memory.md  ·  长期记忆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Skills / Tools.md  ·  可调用能力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19471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workspace  ·  会话工作区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51960" y="329184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097280"/>
            <a:ext cx="6949440" cy="49377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83480" y="128016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运行时约束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783080"/>
            <a:ext cx="6492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856231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独立会话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11226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分身间上下文隔离，不串话、不串记忆默认视图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560320"/>
            <a:ext cx="6492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263347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按应用隔离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889503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图库 / 浏览器 / 备忘录 / 地图 … 各自 namespace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3337560"/>
            <a:ext cx="6492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341071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按设备隔离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66674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Phone / PC / 车机 … profile 与能力集可不同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4114800"/>
            <a:ext cx="6492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18795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配置驱动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44398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一键接入：声明分身 ID + 资产包 + 接口 + Skill 绑定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892040"/>
            <a:ext cx="6492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96519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启动可观测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221224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习惯数据拉取有超时预算，失败降级不阻塞对话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02  Skill Tag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上架打 Tag 划领域；运行时按 Tag 装配 Skill / Memory / Soul，再开对话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Skill 上架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domain tags
capability tags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1645920"/>
            <a:ext cx="274320" cy="164592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Channel 绑定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avatar ↔ tag set
+ 私有 skill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28031" y="1645920"/>
            <a:ext cx="274320" cy="164592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1430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SkillSearch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按 tag 召回
排序 / 裁剪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4031" y="1645920"/>
            <a:ext cx="274320" cy="164592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11430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运行时装配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Soul · Memory
Tools · Prompt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0032" y="1645920"/>
            <a:ext cx="274320" cy="164592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14300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独立会话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分身对话
可回流记忆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880360"/>
            <a:ext cx="1737360" cy="256032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Tag 体系（建议）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domain.*     gallery / browser / notes / map / …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device.*      phone / pc / car / pad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cap.*         search / edit / summarize / navigate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risk.*        local-only / needs-network / PII</a:t>
            </a:r>
          </a:p>
          <a:p>
            <a:pPr>
              <a:spcBef>
                <a:spcPts val="400"/>
              </a:spcBef>
            </a:pPr>
            <a:r>
              <a:rPr sz="800" b="0">
                <a:solidFill>
                  <a:srgbClr val="5A6B7C"/>
                </a:solidFill>
                <a:latin typeface="Microsoft YaHei"/>
                <a:ea typeface="Microsoft YaHei"/>
              </a:rPr>
              <a:t> 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示例：小艺图库分身 Channel =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{domain.gallery, device.phone} ∪ 私有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9748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880360"/>
            <a:ext cx="1737360" cy="256032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运行时加载规则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1. 解析 AvatarConfig → required_tags / deny_tags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2. SkillSearch(tags) → TopK（受配额限制）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3. 合并：私有 Skill 优先于公共 Skill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4. 同步装载 soul / memory / tools 视图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5. 开独立 Session（session_id 含 avatar+device）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03  隔离模型 × 一键接入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隔离保证安全边界；配置平台保证新应用接入简单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760720" cy="49377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1280160" cy="25603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二维隔离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应用\设备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182880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Phone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车机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3172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图库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33172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33172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33172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7180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浏览器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297180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97180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971800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1187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备忘录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361187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61187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61187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5195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地图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425195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25195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4251959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000" b="1">
                <a:solidFill>
                  <a:srgbClr val="1A2B3C"/>
                </a:solidFill>
                <a:latin typeface="Microsoft YaHei"/>
                <a:ea typeface="Microsoft YaHei"/>
              </a:rPr>
              <a:t>独立
分身实例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隔离键建议：tenant × app_id × device_class × avatar_id
会话 / 记忆 / Skill 可见性均按此键切分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1097280"/>
            <a:ext cx="5257800" cy="49377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29400" y="1280160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一键接入（配置一体化）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8288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① 注册 App / 分身（ID、名称、设备范围）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② 上传或引用资产包（prompt/soul/agent/…）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③ 绑定 Channel Tags + 私有/公共 Skills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④ 配置 Habit API（受统一 Schema 约束）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⑤ 发布：灰度 → 全量；可一键回滚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Microsoft YaHei"/>
                <a:ea typeface="Microsoft YaHei"/>
              </a:rPr>
              <a:t>平台化目标：接入只改配置，不改内核；
能力复用靠 Tag/公共 Skill，差异靠私有包。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04  记忆回流 / 在线提取 / 习惯数据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分身记忆可写回；启动时按 Schema 拉取习惯，且必须有时延预算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4604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数据回流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user.md / memory.md
会话结束后结构化写回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234440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在线提取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对话摘要 / 偏好增量
低延迟增量合并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 w="14604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234440"/>
            <a:ext cx="1234440" cy="25603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习惯查询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启动时调 App Habit API
只取启动必要上下文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6949440" cy="329184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2286000" cy="25603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Habit API Schema（参考）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3C"/>
                </a:solidFill>
                <a:latin typeface="Microsoft YaHei"/>
                <a:ea typeface="Microsoft YaHei"/>
              </a:rPr>
              <a:t>GET /v1/avatars/{avatar_id}/habits?device={device}&amp;limit=N
Response {
  schema_version: "1.0",
  app_id, user_id_hash, device_class,
  fetched_at, ttl_sec,
  habits: [{ key, value, score?, updated_at, source }],
  recent_actions: [{ action, entity_type?, entity_id?, ts }],
  hints: [{ type, text, priority }]   // 可选，≤3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743200"/>
            <a:ext cx="4069080" cy="329184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 w="14604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18120" y="2926080"/>
            <a:ext cx="1645920" cy="25603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启动性能约束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38328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超时预算：≤ 150–300ms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超时/失败：降级空习惯，不阻塞开聊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payload ≤ 8–16KB；habits ≤ 20 条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recent_actions ≤ 10；禁止大段原文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可缓存：ETag / ttl_sec（建议 ≥60s）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仅启动必要字段；详情懒加载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B56E1A"/>
                </a:solidFill>
                <a:latin typeface="Microsoft YaHei"/>
                <a:ea typeface="Microsoft YaHei"/>
              </a:rPr>
              <a:t>P99 纳入分身启动 SLO 看板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05  公共 Skill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公共可复用，但不能越权；私有承载业务差异与数据敏感操作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最小权限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公共 Skill 默认无 App 私有数据访问；需显式授权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领域中立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不绑定单一应用业务语义；用 Tag 表达适用域，而非硬编码 app_id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副作用可控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346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写操作（删除/支付/发帖）不得进公共；或强制二次确认 + 私有封装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可组合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346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输入输出 Schema 稳定；可被多 Channel 引用，版本可灰度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661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49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可撤销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公共 Skill 下架/降级不影响私有核心链路；Channel 有 deny_tags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5661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749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设备感知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声明 device 兼容性；车机等受限环境自动过滤高风险能力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3C"/>
                </a:solidFill>
                <a:latin typeface="Microsoft YaHei"/>
                <a:ea typeface="Microsoft YaHei"/>
              </a:rPr>
              <a:t>06  总览一页纸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Microsoft YaHei"/>
                <a:ea typeface="Microsoft YaHei"/>
              </a:rPr>
              <a:t>逻辑链：分身资产 → Tag Channel 装配 → 隔离运行 → 记忆/习惯闭环 → 公共边界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2148840" cy="12801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配置平台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一键接入
资产+Tag+API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87752" y="1691640"/>
            <a:ext cx="182880" cy="146304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2148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Avatar
Runtime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独立会话
按隔离键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19472" y="1691640"/>
            <a:ext cx="182880" cy="146304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1143000"/>
            <a:ext cx="2148840" cy="12801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SkillSearch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Tag 召回
私有优先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51192" y="1691640"/>
            <a:ext cx="182880" cy="146304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143000"/>
            <a:ext cx="2148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Memory
Plane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回流/摘要
Habit 拉取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82912" y="1691640"/>
            <a:ext cx="182880" cy="146304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59" y="1143000"/>
            <a:ext cx="2148840" cy="12801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4604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对话
落地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分身能力
可观测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11247120" cy="324612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拍板结论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1. 以「应用分身」为产品单元：独立会话 + 完整资产包（prompt/soul/agent/profile/memory/skills/tools/workspace）。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2. 以 Skill Tag Channel 做领域装配：上架打标签，运行时 SkillSearch；私有 Skill 优先，公共 Skill 可选。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3. 隔离键 = 应用 × 设备（可扩展租户）；配置一体化支撑一键接入，能力平台化靠 Tag/公共池。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4. 记忆三件套：回流（user/memory.md）+ 在线摘要 + 启动 Habit API（强 Schema + 超时降级）。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5. 公共 Skill 边界：最小权限、领域中立、副作用可控、可组合、可撤销、设备感知。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