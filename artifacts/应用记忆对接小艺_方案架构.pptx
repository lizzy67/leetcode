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5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应用记忆数据 × 小艺对接方案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8D0"/>
                </a:solidFill>
                <a:latin typeface="Microsoft YaHei"/>
                <a:ea typeface="Microsoft YaHei"/>
              </a:rPr>
              <a:t>内部记忆管理 vs 外部记忆共享｜含小艺记忆 / 帮记路径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7C86"/>
                </a:solidFill>
                <a:latin typeface="Microsoft YaHei"/>
                <a:ea typeface="Microsoft YaHei"/>
              </a:rPr>
              <a:t>架构方案对比 · 数据流 · 落地建议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A"/>
                </a:solidFill>
                <a:latin typeface="Microsoft YaHei"/>
                <a:ea typeface="Microsoft YaHei"/>
              </a:rPr>
              <a:t>HarmonyOS / 小艺开放能力梳理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先分清两类记忆，再看四条可落地架构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2/12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3716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25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问题定义与边界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276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应用记忆如何被小艺使用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4884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331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86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概念分层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877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内部记忆管理 / 外部记忆共享 / 小艺记忆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2918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46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总览架构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47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一张图看清数据权属与流向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2519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方案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Intents Kit 外部意图共享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120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166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方案 A 数据流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4681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共享与调用双向闭环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18872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3716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325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方案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6276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应用内 / Agent 长期记忆（内部）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14884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31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286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方案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5877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小艺记忆 / 帮记 + 记忆授权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10896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2918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246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方案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547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双轨组合架构（推荐）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069080"/>
            <a:ext cx="5303520" cy="8229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2519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对比与落地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选型建议与接入步骤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问题定义与边界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「应用记忆」≠「小艺记忆」；对接目标决定方案选择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3/12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600" b="1">
                <a:solidFill>
                  <a:srgbClr val="2F6FE5"/>
                </a:solidFill>
                <a:latin typeface="Microsoft YaHei"/>
                <a:ea typeface="Microsoft YaHei"/>
              </a:rPr>
              <a:t>应用记忆数据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偏好 · 行为轨迹 · 业务实体
会话上下文 · 用户画像片段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</a:rPr>
              <a:t>要解决什么？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让系统级语音助手（小艺）
理解并使用这些数据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600" b="1">
                <a:solidFill>
                  <a:srgbClr val="C45C26"/>
                </a:solidFill>
                <a:latin typeface="Microsoft YaHei"/>
                <a:ea typeface="Microsoft YaHei"/>
              </a:rPr>
              <a:t>小艺侧能力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对话理解 · 搜索 · 建议
小艺记忆/帮记 · 智能体编排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148840"/>
            <a:ext cx="256032" cy="201168"/>
          </a:xfrm>
          <a:prstGeom prst="rightArrow">
            <a:avLst/>
          </a:prstGeom>
          <a:solidFill>
            <a:srgbClr val="5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680960" y="2148840"/>
            <a:ext cx="256032" cy="201168"/>
          </a:xfrm>
          <a:prstGeom prst="rightArrow">
            <a:avLst/>
          </a:prstGeom>
          <a:solidFill>
            <a:srgbClr val="5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417320" cy="29260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G1 可被调用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Microsoft YaHei"/>
                <a:ea typeface="Microsoft YaHei"/>
              </a:rPr>
              <a:t>用户对小艺说话，能触发应用能力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主通道：意图调用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9476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5875">
            <a:solidFill>
              <a:srgbClr val="2F6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3977639"/>
            <a:ext cx="1417320" cy="292608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G2 可被推荐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48056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Microsoft YaHei"/>
                <a:ea typeface="Microsoft YaHei"/>
              </a:rPr>
              <a:t>系统学习习惯后主动建议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主通道：意图共享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79476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5875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977639"/>
            <a:ext cx="1417320" cy="2926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G3 可被记忆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48056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3C"/>
                </a:solidFill>
                <a:latin typeface="Microsoft YaHei"/>
                <a:ea typeface="Microsoft YaHei"/>
              </a:rPr>
              <a:t>长期偏好进入助手记忆体系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B56E1A"/>
                </a:solidFill>
                <a:latin typeface="Microsoft YaHei"/>
                <a:ea typeface="Microsoft YaHei"/>
              </a:rPr>
              <a:t>系统记忆为主，三方受限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概念分层：内部记忆 vs 外部记忆共享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先定权属，再定接口；避免把「应用本地记忆」和「系统助手记忆」混为一谈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4/12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内部记忆管理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数据留在应用 / 智能体域内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7744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应用自建 Memory Center（情景/事实/程序）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小艺开放平台智能体「长期记忆」编排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仅服务本应用对话与个性化，不默认进系统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隐私边界清晰，可控可删可版本化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344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1417320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外部记忆共享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结构化共享给系统 / 小艺入口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37744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Intents Kit：shareIntent 动作 + 实体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15468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供小艺对话 / 搜索 / 建议智慧分发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93192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云侧事件意图 → 时效提醒与撤销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70916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有频次与体量限制，需按 Schema 接入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总览架构：三类记忆与两条流向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内部闭环保体验；外部共享保触达；小艺记忆是系统侧资产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5/12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应用域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业务 UI / UIAbility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产生行为与实体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2F6FE5"/>
                </a:solidFill>
                <a:latin typeface="Microsoft YaHei"/>
                <a:ea typeface="Microsoft YaHei"/>
              </a:rPr>
              <a:t>内部 Memory Center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Working / Episodic
Semantic / Procedural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Intent Sharer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动作完成时 / 将来时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0060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InsightIntentExecutor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响应系统意图调用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188720"/>
            <a:ext cx="3657600" cy="484632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系统智慧层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69164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Intents Kit / 意图框架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索引 · 规律学习 · 分发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78892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小艺对话 / 搜索 / 建议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系统入口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7947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小艺记忆 / 帮记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系统侧长期记忆资产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93776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记忆授权应用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系统 → 应用（反向）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188720"/>
            <a:ext cx="3108960" cy="484632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280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智能体域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69164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小艺开放平台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Agent 编排发布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278892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长期记忆节点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对话抽取 · Prompt 召回
Workflow 调用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4114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Skill / 意图工具化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对接业务能力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521208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属内部记忆范畴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60520" y="41148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4343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外部共享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275320" y="3063240"/>
            <a:ext cx="365760" cy="201168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3291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45C26"/>
                </a:solidFill>
                <a:latin typeface="Microsoft YaHei"/>
                <a:ea typeface="Microsoft YaHei"/>
              </a:rPr>
              <a:t>Agent记忆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方案 A｜外部记忆共享：Intents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把「可被系统理解的行为与实体」共享出去，换取小艺入口触达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6/12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外部共享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应用业务事件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播放/下单/出行…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2011680"/>
            <a:ext cx="320040" cy="182880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600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结构化 Intent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Action + Entity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2011680"/>
            <a:ext cx="320040" cy="182880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600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shareIntent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端侧 / 云侧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600" y="2011680"/>
            <a:ext cx="320040" cy="182880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1600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意图框架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索引 · 学习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72600" y="2011680"/>
            <a:ext cx="320040" cy="182880"/>
          </a:xfrm>
          <a:prstGeom prst="right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1600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400" b="1">
                <a:solidFill>
                  <a:srgbClr val="1A2B3C"/>
                </a:solidFill>
                <a:latin typeface="Microsoft YaHei"/>
                <a:ea typeface="Microsoft YaHei"/>
              </a:rPr>
              <a:t>小艺入口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对话/搜索/建议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577840" cy="297180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共享侧要点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完成时：已发生行为 → 搜索 + 建议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将来时：预测意图 → 偏搜索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辅助实体：位置等增强场景推荐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限制：约 20 次/天 · 单次 ≤50KB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建议积攒后批量共享，控制频次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17520"/>
            <a:ext cx="5440680" cy="297180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E5"/>
                </a:solidFill>
                <a:latin typeface="Microsoft YaHei"/>
                <a:ea typeface="Microsoft YaHei"/>
              </a:rPr>
              <a:t>调用侧要点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661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insight_intent.json 注册意图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实现 InsightIntentExecutor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小艺触发 → 拉起 Ability / 落地页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可绑定 UIAbility / Extension / 卡片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垂域 Schema + 平台验收（常见）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方案 A｜详细数据流（共享 ↔ 调用）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外部共享是「推数据给系统」；意图调用是「系统拉起应用」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7/12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486400" cy="489204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路径 ① 意图共享（App → System）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1. 业务层产生记忆片段（观看记录、航班、待办）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2. 映射为 InsightIntent（name/version/id）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3. 填充 IntentActionInfo + IntentEntityInfo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4. insightIntent.shareIntent(context, intents)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5. 系统构建本地索引 / 学习行为规律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6. 合适时机在小艺建议/搜索露出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40680" cy="489204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E5"/>
                </a:solidFill>
                <a:latin typeface="Microsoft YaHei"/>
                <a:ea typeface="Microsoft YaHei"/>
              </a:rPr>
              <a:t>路径 ② 意图调用（System → App）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1. 用户语音/点击建议卡片触发意图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2. 小艺 NLU / 意图框架解析参数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3. 匹配应用声明的 insightIntent API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4. 拉起绑定组件（前台/后台/Extension）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5. Executor 回调执行业务落地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6. 返回 IntentResult，闭环体验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方案 B｜内部记忆管理：应用 / Agent 长期记忆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记忆服务本应用智能体验；不默认进入系统小艺记忆库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8/12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内部管理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 w="15875">
            <a:solidFill>
              <a:srgbClr val="2F6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FE5"/>
                </a:solidFill>
                <a:latin typeface="Microsoft YaHei"/>
                <a:ea typeface="Microsoft YaHei"/>
              </a:rPr>
              <a:t>Working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当前会话上下文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多轮对话窗口、临时状态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FE5"/>
                </a:solidFill>
                <a:latin typeface="Microsoft YaHei"/>
                <a:ea typeface="Microsoft YaHei"/>
              </a:rPr>
              <a:t>Episodic / 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情景与事实记忆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历史事件、用户偏好事实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5544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FE5"/>
                </a:solidFill>
                <a:latin typeface="Microsoft YaHei"/>
                <a:ea typeface="Microsoft YaHei"/>
              </a:rPr>
              <a:t>Procedural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程序/技能记忆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常用操作路径、工作流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FE5"/>
                </a:solidFill>
                <a:latin typeface="Microsoft YaHei"/>
                <a:ea typeface="Microsoft YaHei"/>
              </a:rPr>
              <a:t>B1 应用自建 Memory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本地存储 + 向量检索 / 结构化查询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统一 save / load / query 接口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可选跨端同步（分布式/软总线）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输出：可再映射为 Intent 做外部共享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54406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B2 小艺开放平台长期记忆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编排开启长期记忆，对话自动抽取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Prompt 自动拼接 / Workflow 召回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· 适合 AI 助理、陪伴类智能体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56E1A"/>
                </a:solidFill>
                <a:latin typeface="Microsoft YaHei"/>
                <a:ea typeface="Microsoft YaHei"/>
              </a:rPr>
              <a:t>· 仍是智能体域记忆，≠ 系统小艺记忆库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方案 C｜小艺记忆 / 帮记（系统侧记忆）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系统级记忆资产；三方应用通常「被授权读取」而非「直接写入」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9/12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554480" cy="2926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系统记忆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写入来源（系统侧）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用户口述「帮我记住…」
拖拽文本/图片/文档
系统场景沉淀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057400"/>
            <a:ext cx="365760" cy="18288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15544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 w="15875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600" b="1">
                <a:solidFill>
                  <a:srgbClr val="C45C26"/>
                </a:solidFill>
                <a:latin typeface="Microsoft YaHei"/>
                <a:ea typeface="Microsoft YaHei"/>
              </a:rPr>
              <a:t>小艺记忆 / 小艺帮记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卡证 · 地址 · 重要日 · 订单
待办 · 合集 · 知识收藏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38160" y="2057400"/>
            <a:ext cx="365760" cy="18288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15544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76200" lIns="101600" rIns="101600"/>
          <a:lstStyle/>
          <a:p>
            <a:pPr algn="ctr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记忆授权应用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用户授权后，应用可使用
记忆增强体验（如输入法）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40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能做什么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系统理解用户长期偏好；跨场景召回；增强小艺回答与建议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91840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对三方的现实约束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77639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无公开「任意写入小艺记忆库」的通用开发接口；写入以系统/用户操作为主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291840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应用可配合的方式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77639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① 意图共享让小艺更懂业务
② 申请成为记忆授权应用（反向读）
③ 自建内部记忆 + Agent 长期记忆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方案 D｜双轨组合架构（推荐）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内部记忆保「越用越懂」；外部共享保「小艺能找到你」；系统记忆作增强可选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10/12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采集层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Microsoft YaHei"/>
                <a:ea typeface="Microsoft YaHei"/>
              </a:rPr>
              <a:t>UI 行为 / 业务事件 / 对话内容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554480" y="2011680"/>
            <a:ext cx="182880" cy="128016"/>
          </a:xfrm>
          <a:prstGeom prst="down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内部记忆层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Microsoft YaHei"/>
                <a:ea typeface="Microsoft YaHei"/>
              </a:rPr>
              <a:t>Memory Center +（可选）Agent 长期记忆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554480" y="3017520"/>
            <a:ext cx="182880" cy="128016"/>
          </a:xfrm>
          <a:prstGeom prst="down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对外共享层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Microsoft YaHei"/>
                <a:ea typeface="Microsoft YaHei"/>
              </a:rPr>
              <a:t>Intent 映射 · shareIntent · 云侧事件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554480" y="4023360"/>
            <a:ext cx="182880" cy="128016"/>
          </a:xfrm>
          <a:prstGeom prst="down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系统分发层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Microsoft YaHei"/>
                <a:ea typeface="Microsoft YaHei"/>
              </a:rPr>
              <a:t>Intents Kit · 小艺对话/搜索/建议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554480" y="5029200"/>
            <a:ext cx="182880" cy="128016"/>
          </a:xfrm>
          <a:prstGeom prst="downArrow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16636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A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03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3C"/>
                </a:solidFill>
                <a:latin typeface="Microsoft YaHei"/>
                <a:ea typeface="Microsoft YaHei"/>
              </a:rPr>
              <a:t>系统记忆层（可选）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Microsoft YaHei"/>
                <a:ea typeface="Microsoft YaHei"/>
              </a:rPr>
              <a:t>小艺记忆/帮记 · 记忆授权回灌应用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1143000"/>
            <a:ext cx="84124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13258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</a:rPr>
              <a:t>组合原则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1828800"/>
            <a:ext cx="7863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1. 先内后外  </a:t>
            </a: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先把应用内记忆治理清楚（结构、时效、删除、授权），再挑选「值得共享」的子集映射为 Intent。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2. 共享最小化  </a:t>
            </a: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只共享系统入口真正需要的动作/实体，避免把完整画像无差别外抛。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3. 双向闭环  </a:t>
            </a: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共享解决触达；Executor 解决落地；内部记忆解决个性化连续性。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4. 系统记忆定位  </a:t>
            </a: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小艺记忆/帮记作为系统资产与用户授权增强，不作为三方主写入通道。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5. 合规与频控  </a:t>
            </a:r>
            <a:r>
              <a:rPr sz="1300" b="0">
                <a:solidFill>
                  <a:srgbClr val="1A2B3C"/>
                </a:solidFill>
                <a:latin typeface="Microsoft YaHei"/>
                <a:ea typeface="Microsoft YaHei"/>
              </a:rPr>
              <a:t>遵守 shareIntent 频次/体量限制；云侧事件要有时效与撤销。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方案对比与选型建议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按目标选主路径，而不是一套方案打天下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11/12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 外部意图共享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B 内部长期记忆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C 小艺记忆/帮记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11155680" cy="59436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记忆权属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系统索引/分发侧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3831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应用或 Agent 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系统侧用户记忆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33172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46887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典型能力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24688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对话/搜索/建议触达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831" y="24688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个性化连续对话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246887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跨场景个人记忆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71800"/>
            <a:ext cx="11155680" cy="59436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三方可写性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4872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可（受限共享）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1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完全可写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基本不可直接写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11879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与小艺关系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4872" y="37490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强（主对接通道）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3831" y="37490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中（智能体内）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37490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强但偏系统能力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51960"/>
            <a:ext cx="11155680" cy="59436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389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3C"/>
                </a:solidFill>
                <a:latin typeface="Microsoft YaHei"/>
                <a:ea typeface="Microsoft YaHei"/>
              </a:rPr>
              <a:t>推荐场景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4872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要被小艺叫到/推荐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3831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应用内 AI 助理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用户级记忆增强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D9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落地建议：默认走方案 D（B 内部治理 + A 外部共享）；C 作为系统增强与授权回灌，不作为主写入通道。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3C"/>
                </a:solidFill>
                <a:latin typeface="Microsoft YaHei"/>
                <a:ea typeface="Microsoft YaHei"/>
              </a:rPr>
              <a:t>若只有一个目标——让小艺能调用应用能力：优先 A；若只有个性化对话：优先 B；若讨论系统记忆产品能力：看 C。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3C"/>
                </a:solidFill>
                <a:latin typeface="Microsoft YaHei"/>
                <a:ea typeface="Microsoft YaHei"/>
              </a:rPr>
              <a:t>落地步骤（建议节奏）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C"/>
                </a:solidFill>
                <a:latin typeface="Microsoft YaHei"/>
                <a:ea typeface="Microsoft YaHei"/>
              </a:rPr>
              <a:t>从内部治理到外部共享，再到可选的系统记忆增强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C"/>
                </a:solidFill>
                <a:latin typeface="Microsoft YaHei"/>
                <a:ea typeface="Microsoft YaHei"/>
              </a:rPr>
              <a:t>12/12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9144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盘点记忆资产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哪些是内部个性化，哪些适合对外共享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2651760"/>
            <a:ext cx="164592" cy="164592"/>
          </a:xfrm>
          <a:prstGeom prst="rightArrow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37160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6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155448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2F6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建设内部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260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分层存储、检索、删除与授权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60" y="2651760"/>
            <a:ext cx="164592" cy="164592"/>
          </a:xfrm>
          <a:prstGeom prst="rightArrow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4920" y="137160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57800" y="155448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注册并映射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260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insight_intent.json + Schema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69479" y="2651760"/>
            <a:ext cx="164592" cy="164592"/>
          </a:xfrm>
          <a:prstGeom prst="rightArrow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137160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19" y="155448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实现共享与调用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260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shareIntent + Executor 闭环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01200" y="2651760"/>
            <a:ext cx="164592" cy="164592"/>
          </a:xfrm>
          <a:prstGeom prst="rightArrow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38359" y="1371600"/>
            <a:ext cx="21945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21239" y="155448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B3C"/>
                </a:solidFill>
                <a:latin typeface="Microsoft YaHei"/>
                <a:ea typeface="Microsoft YaHei"/>
              </a:rPr>
              <a:t>评估系统记忆增强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9260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C"/>
                </a:solidFill>
                <a:latin typeface="Microsoft YaHei"/>
                <a:ea typeface="Microsoft YaHei"/>
              </a:rPr>
              <a:t>帮记协同 / 记忆授权（可选）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6344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2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Microsoft YaHei"/>
                <a:ea typeface="Microsoft YaHei"/>
              </a:rPr>
              <a:t>一句话结论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应用要「给小艺用记忆」：内部可完整管理；对外走意图共享；小艺记忆/帮记是系统资产，宜协同不宜硬写。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